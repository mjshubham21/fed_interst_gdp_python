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Exhibit: Interest Rate Transmission Lag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Findings: The correlation between interest rates and 1-quarter lagged GDP stands at -0.44.</a:t>
            </a:r>
          </a:p>
          <a:p>
            <a:r>
              <a:t>This identifies the standard 'Transimission Lag' in monetary policy.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